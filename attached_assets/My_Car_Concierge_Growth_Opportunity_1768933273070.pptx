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3" r:id="rId23"/>
    <p:sldId id="258" r:id="rId4"/>
    <p:sldId id="270" r:id="rId20"/>
    <p:sldId id="271" r:id="rId21"/>
    <p:sldId id="272" r:id="rId22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4" r:id="rId24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4.xml"/><Relationship Id="rId5" Type="http://schemas.openxmlformats.org/officeDocument/2006/relationships/slide" Target="slides/slide8.xml"/><Relationship Id="rId6" Type="http://schemas.openxmlformats.org/officeDocument/2006/relationships/slide" Target="slides/slide9.xml"/><Relationship Id="rId7" Type="http://schemas.openxmlformats.org/officeDocument/2006/relationships/slide" Target="slides/slide10.xml"/><Relationship Id="rId8" Type="http://schemas.openxmlformats.org/officeDocument/2006/relationships/slide" Target="slides/slide11.xml"/><Relationship Id="rId9" Type="http://schemas.openxmlformats.org/officeDocument/2006/relationships/slide" Target="slides/slide12.xml"/><Relationship Id="rId10" Type="http://schemas.openxmlformats.org/officeDocument/2006/relationships/slide" Target="slides/slide13.xml"/><Relationship Id="rId11" Type="http://schemas.openxmlformats.org/officeDocument/2006/relationships/slide" Target="slides/slide14.xml"/><Relationship Id="rId12" Type="http://schemas.openxmlformats.org/officeDocument/2006/relationships/slide" Target="slides/slide15.xml"/><Relationship Id="rId13" Type="http://schemas.openxmlformats.org/officeDocument/2006/relationships/slide" Target="slides/slide16.xml"/><Relationship Id="rId14" Type="http://schemas.openxmlformats.org/officeDocument/2006/relationships/slide" Target="slides/slide18.xml"/><Relationship Id="rId15" Type="http://schemas.openxmlformats.org/officeDocument/2006/relationships/slide" Target="slides/slide19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3.xml"/><Relationship Id="rId24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C9A227"/>
                </a:solidFill>
              </a:defRPr>
            </a:pPr>
            <a:r>
              <a:t>My Car Concierge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The Premium Automotive Service Marketplace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A227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Finding reliable automotive service providers is frustrating and time-consuming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No transparency in pricing - customers often feel overcharged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Payment disputes between customers and service providers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Service providers struggle to find quality customers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No centralized platform for premium automotive services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Vehicle owners lack tools to communicate their needs effectively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9A227"/>
                </a:solidFill>
                <a:latin typeface="Georgia"/>
              </a:defRPr>
            </a:pPr>
            <a:r>
              <a:t>Why I Built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i="1">
                <a:solidFill>
                  <a:srgbClr val="C9A227"/>
                </a:solidFill>
                <a:latin typeface="Georgia"/>
              </a:defRPr>
            </a:pPr>
            <a:r>
              <a:t>"After 2,300+ rideshare trips over 6 years, I saw the same problem over and over..."</a:t>
            </a:r>
          </a:p>
          <a:p>
            <a:pPr>
              <a:spcAft>
                <a:spcPts val="1200"/>
              </a:spcAft>
              <a:defRPr sz="1300">
                <a:solidFill>
                  <a:srgbClr val="F5F5F5"/>
                </a:solidFill>
                <a:latin typeface="Arial"/>
              </a:defRPr>
            </a:pPr>
            <a:r>
              <a:t>Passengers constantly asked me for mechanic recommendations. They were frustrated with:</a:t>
            </a:r>
          </a:p>
          <a:p>
            <a:pPr>
              <a:spcAft>
                <a:spcPts val="600"/>
              </a:spcAft>
              <a:defRPr sz="1200">
                <a:solidFill>
                  <a:srgbClr val="999999"/>
                </a:solidFill>
                <a:latin typeface="Arial"/>
              </a:defRPr>
            </a:pPr>
            <a:r>
              <a:t>• Wasting hours waiting at repair shops</a:t>
            </a:r>
          </a:p>
          <a:p>
            <a:pPr>
              <a:spcAft>
                <a:spcPts val="600"/>
              </a:spcAft>
              <a:defRPr sz="1200">
                <a:solidFill>
                  <a:srgbClr val="999999"/>
                </a:solidFill>
                <a:latin typeface="Arial"/>
              </a:defRPr>
            </a:pPr>
            <a:r>
              <a:t>• Surprise bills and hidden fees</a:t>
            </a:r>
          </a:p>
          <a:p>
            <a:pPr>
              <a:spcAft>
                <a:spcPts val="600"/>
              </a:spcAft>
              <a:defRPr sz="1200">
                <a:solidFill>
                  <a:srgbClr val="999999"/>
                </a:solidFill>
                <a:latin typeface="Arial"/>
              </a:defRPr>
            </a:pPr>
            <a:r>
              <a:t>• Not knowing if they could trust the mechanic</a:t>
            </a:r>
          </a:p>
          <a:p>
            <a:pPr>
              <a:spcAft>
                <a:spcPts val="600"/>
              </a:spcAft>
              <a:defRPr sz="1200">
                <a:solidFill>
                  <a:srgbClr val="999999"/>
                </a:solidFill>
                <a:latin typeface="Arial"/>
              </a:defRPr>
            </a:pPr>
            <a:r>
              <a:t>• No easy way to compare prices</a:t>
            </a:r>
          </a:p>
          <a:p>
            <a:pPr>
              <a:spcAft>
                <a:spcPts val="800"/>
              </a:spcAft>
            </a:pPr>
          </a:p>
          <a:p>
            <a:pPr>
              <a:defRPr sz="1300">
                <a:solidFill>
                  <a:srgbClr val="F5F5F5"/>
                </a:solidFill>
                <a:latin typeface="Arial"/>
              </a:defRPr>
            </a:pPr>
            <a:r>
              <a:t>As a driver who depended on my vehicle for income, I understood the stakes. I built My Car Concierge to solve this problem - for passengers, for drivers, for everyone.</a:t>
            </a:r>
          </a:p>
        </p:txBody>
      </p:sp>
      <p:pic>
        <p:nvPicPr>
          <p:cNvPr id="5" name="Picture 4" descr="jordan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005840"/>
            <a:ext cx="3017520" cy="49853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A227"/>
                </a:solidFill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Premium marketplace connecting vehicle owners with vetted service providers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Competitive bidding system ensures fair</a:t>
            </a:r>
            <a:r>
              <a:rPr lang="en-US" dirty="0"/>
              <a:t>, competitive,</a:t>
            </a:r>
            <a:r>
              <a:rPr dirty="0"/>
              <a:t> pricing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Escrow payment protection for both parties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AI-powered vehicle diagnostic assistant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Comprehensive service categories from maintenance to custom work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Walk-in POS system for brick-and-mortar shops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• Multi-platform: Web, iOS, Android, Desktop apps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A227"/>
                </a:solidFill>
                <a:latin typeface="Georgia"/>
              </a:defRPr>
            </a:pPr>
            <a:r>
              <a:t>Product: Member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99999"/>
                </a:solidFill>
                <a:latin typeface="Arial"/>
              </a:defRPr>
            </a:pPr>
            <a:r>
              <a:t>Digital garage, AI assistant, smart reminders, and emergency services</a:t>
            </a:r>
          </a:p>
        </p:txBody>
      </p:sp>
      <p:pic>
        <p:nvPicPr>
          <p:cNvPr id="5" name="Picture 4" descr="IMG_90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2286000" cy="49471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852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5F5F5"/>
                </a:solidFill>
                <a:latin typeface="Arial"/>
              </a:defRPr>
            </a:pPr>
            <a:r>
              <a:t>Digital Garage</a:t>
            </a:r>
          </a:p>
        </p:txBody>
      </p:sp>
      <p:pic>
        <p:nvPicPr>
          <p:cNvPr id="7" name="Picture 6" descr="IMG_90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371600"/>
            <a:ext cx="2286000" cy="49471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91840" y="5852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5F5F5"/>
                </a:solidFill>
                <a:latin typeface="Arial"/>
              </a:defRPr>
            </a:pPr>
            <a:r>
              <a:t>Maintenance Reminders</a:t>
            </a:r>
          </a:p>
        </p:txBody>
      </p:sp>
      <p:pic>
        <p:nvPicPr>
          <p:cNvPr id="9" name="Picture 8" descr="IMG_904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1371600"/>
            <a:ext cx="2286000" cy="494713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52160" y="5852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5F5F5"/>
                </a:solidFill>
                <a:latin typeface="Arial"/>
              </a:defRPr>
            </a:pPr>
            <a:r>
              <a:t>Emergency SOS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A227"/>
                </a:solidFill>
                <a:latin typeface="Georgia"/>
              </a:defRPr>
            </a:pPr>
            <a:r>
              <a:t>Product: Provider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99999"/>
                </a:solidFill>
                <a:latin typeface="Arial"/>
              </a:defRPr>
            </a:pPr>
            <a:r>
              <a:t>Dashboard, bid credits, Walk-In POS, and earnings tracking</a:t>
            </a:r>
          </a:p>
        </p:txBody>
      </p:sp>
      <p:pic>
        <p:nvPicPr>
          <p:cNvPr id="5" name="Picture 4" descr="IMG_90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2286000" cy="49471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852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5F5F5"/>
                </a:solidFill>
                <a:latin typeface="Arial"/>
              </a:defRPr>
            </a:pPr>
            <a:r>
              <a:t>Provider Dashboard</a:t>
            </a:r>
          </a:p>
        </p:txBody>
      </p:sp>
      <p:pic>
        <p:nvPicPr>
          <p:cNvPr id="7" name="Picture 6" descr="IMG_90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371600"/>
            <a:ext cx="2286000" cy="49471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91840" y="5852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5F5F5"/>
                </a:solidFill>
                <a:latin typeface="Arial"/>
              </a:defRPr>
            </a:pPr>
            <a:r>
              <a:t>Full Menu</a:t>
            </a:r>
          </a:p>
        </p:txBody>
      </p:sp>
      <p:pic>
        <p:nvPicPr>
          <p:cNvPr id="9" name="Picture 8" descr="IMG_903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1371600"/>
            <a:ext cx="2286000" cy="494713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52160" y="5852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5F5F5"/>
                </a:solidFill>
                <a:latin typeface="Arial"/>
              </a:defRPr>
            </a:pPr>
            <a:r>
              <a:t>Walk-In POS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A227"/>
                </a:solidFill>
                <a:latin typeface="Georgia"/>
              </a:defRPr>
            </a:pPr>
            <a:r>
              <a:t>Product: AI &amp; Monetization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99999"/>
                </a:solidFill>
                <a:latin typeface="Arial"/>
              </a:defRPr>
            </a:pPr>
            <a:r>
              <a:t>Vehicle assistant chatbot and tiered bid credit packages</a:t>
            </a:r>
          </a:p>
        </p:txBody>
      </p:sp>
      <p:pic>
        <p:nvPicPr>
          <p:cNvPr id="5" name="Picture 4" descr="IMG_90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2286000" cy="49471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852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5F5F5"/>
                </a:solidFill>
                <a:latin typeface="Arial"/>
              </a:defRPr>
            </a:pPr>
            <a:r>
              <a:t>AI Vehicle Assistant</a:t>
            </a:r>
          </a:p>
        </p:txBody>
      </p:sp>
      <p:pic>
        <p:nvPicPr>
          <p:cNvPr id="7" name="Picture 6" descr="IMG_90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371600"/>
            <a:ext cx="2286000" cy="49471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91840" y="5852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5F5F5"/>
                </a:solidFill>
                <a:latin typeface="Arial"/>
              </a:defRPr>
            </a:pPr>
            <a:r>
              <a:t>Bid Credit Packages</a:t>
            </a:r>
          </a:p>
        </p:txBody>
      </p:sp>
      <p:pic>
        <p:nvPicPr>
          <p:cNvPr id="9" name="Picture 8" descr="IMG_90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1371600"/>
            <a:ext cx="2286000" cy="494713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52160" y="5852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5F5F5"/>
                </a:solidFill>
                <a:latin typeface="Arial"/>
              </a:defRPr>
            </a:pPr>
            <a:r>
              <a:t>Vehicle Details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A227"/>
                </a:solidFill>
              </a:defRPr>
            </a:pPr>
            <a:r>
              <a:t>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1031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C9A227"/>
                </a:solidFill>
              </a:defRPr>
            </a:pPr>
            <a:r>
              <a:t>$300B+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0175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US Auto Service</a:t>
            </a:r>
            <a:br/>
            <a:r>
              <a:t>Market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1031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C9A227"/>
                </a:solidFill>
              </a:defRPr>
            </a:pPr>
            <a:r>
              <a:t>7.5%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30175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Industry-Low</a:t>
            </a:r>
            <a:br/>
            <a:r>
              <a:t>Platform Fee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21031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C9A227"/>
                </a:solidFill>
              </a:defRPr>
            </a:pPr>
            <a:r>
              <a:t>19+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30175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Service</a:t>
            </a:r>
            <a:br/>
            <a:r>
              <a:t>Categories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A227"/>
                </a:solidFill>
              </a:defRPr>
            </a:pPr>
            <a:r>
              <a:t>For Vehicle Owners (Members)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Virtual garage to manage all vehicles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Post service requests and receive competitive bids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AI Vehicle Assistant for issue diagnosis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Cost estimates before visiting a shop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Photo/video/audio upload for better communication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Real-time GPS tracking during vehicle transport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Escrow payment protection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Rating and review system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Maintenance reminders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Service history tracking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Multi-language support (6 languages)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Household sharing for family vehicles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A227"/>
                </a:solidFill>
              </a:defRPr>
            </a:pPr>
            <a:r>
              <a:t>For Service Providers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931920" cy="2821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✓ Keep 92.5% of every job (industry-low 7.5% fee)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✓ Guaranteed payment through escrow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✓ Access to quality, vetted customers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✓ Walk-In POS system for shop customers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✓ Team management with background checks</a:t>
            </a:r>
            <a:r>
              <a:rPr lang="en-US" dirty="0"/>
              <a:t> via </a:t>
            </a:r>
            <a:r>
              <a:rPr lang="en-US" dirty="0" err="1"/>
              <a:t>Checkr</a:t>
            </a:r>
            <a:endParaRPr dirty="0"/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✓ </a:t>
            </a:r>
            <a:r>
              <a:rPr lang="en-US" dirty="0"/>
              <a:t>Documented and advertised d</a:t>
            </a:r>
            <a:r>
              <a:rPr dirty="0"/>
              <a:t>river certification for vehicle transport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Real-time job updates and communication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Performance scoring and badges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Referral program for earning commissions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Fleet account access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Bid credit system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Mobile-friendly interface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A227"/>
                </a:solidFill>
              </a:defRPr>
            </a:pPr>
            <a:r>
              <a:t>Comprehensive Service Categories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Maintenance &amp; Repair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Detailing &amp; Cleaning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Cosmetic &amp; Body Work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Performance Upgrades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Window Tinting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Wraps &amp; Graphics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Wheels &amp; Tires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Interior Customization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EV &amp; Hybrid Services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Classic &amp; Vintage Cars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Premium Protection (PPF, Ceramic)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Motorcycle Services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RV &amp; Camper Services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Boat &amp; Marine Services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Fleet &amp; Commercial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Destination Services (transport)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A227"/>
                </a:solidFill>
              </a:defRPr>
            </a:pPr>
            <a:r>
              <a:t>AI-Powered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Vehicle Diagnostic Assistant - Describe issues in plain language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Custom Work Helper - Articulate cosmetic and modification requests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Photo, video, and audio clip analysis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Realistic cost estimates for parts and labor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Severity assessment with safety warnings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One-click service request creation from AI assessment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AI chatbot for platform guidance and automotive advice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Smart service recommendations based on vehicle history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A227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Progressive Web App (PWA) - Install on any device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Native iOS and Android apps via Capacitor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Desktop apps for Windows, Mac, Linux via Electron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Supabase backend (PostgreSQL, Auth, Storage)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Stripe integration for secure payments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Real-time messaging and notifications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Background check integration (Checkr)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SMS verification (Twilio)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OpenAI integration for AI features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A227"/>
                </a:solidFill>
              </a:defRPr>
            </a:pPr>
            <a:r>
              <a:t>Revenue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1031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C9A227"/>
                </a:solidFill>
              </a:defRPr>
            </a:pPr>
            <a:r>
              <a:t>7.5%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0175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Transaction Fee</a:t>
            </a:r>
            <a:br/>
            <a:r>
              <a:t>on Completed Jobs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1031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C9A227"/>
                </a:solidFill>
              </a:defRPr>
            </a:pPr>
            <a:r>
              <a:t>$200-$5,000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30175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Bid Credit</a:t>
            </a:r>
            <a:br/>
            <a:r>
              <a:t>Packages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21031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C9A227"/>
                </a:solidFill>
              </a:defRPr>
            </a:pPr>
            <a:r>
              <a:t>50%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30175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Referral</a:t>
            </a:r>
            <a:br/>
            <a:r>
              <a:t>Commission Share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A227"/>
                </a:solidFill>
              </a:defRPr>
            </a:pPr>
            <a:r>
              <a:t>Quality &amp; Trust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Provider verification and vetting process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Background check integration (Checkr)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Driver certification for vehicle transport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Escrow payment protection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Rating and review system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CAR (Corrective Action Response)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Automatic provider suspension below 3-star rating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Pre/post service evidence capture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Liability checklists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Dispute resolution process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Terms of Service acceptance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Multi-point inspection support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A227"/>
                </a:solidFill>
              </a:defRPr>
            </a:pPr>
            <a:r>
              <a:t>Founding Partner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Early adopters get Founding Member/Provider status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Exclusive badges and recognition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Revenue sharing through referral program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Stripe Connect integration for automated payouts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50% commission on referred provider bid purchases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Priority support and feature access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Founding Partners (both roles) get special designation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9A227"/>
                </a:solidFill>
                <a:latin typeface="Georgia"/>
              </a:defRPr>
            </a:pPr>
            <a:r>
              <a:t>The Founder</a:t>
            </a:r>
          </a:p>
        </p:txBody>
      </p:sp>
      <p:pic>
        <p:nvPicPr>
          <p:cNvPr id="5" name="Picture 4" descr="jordan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3108960" cy="51364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206240" y="100584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5F5"/>
                </a:solidFill>
                <a:latin typeface="Georgia"/>
              </a:defRPr>
            </a:pPr>
            <a:r>
              <a:t>Jordan Zanetis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508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9A227"/>
                </a:solidFill>
                <a:latin typeface="Arial"/>
              </a:defRPr>
            </a:pPr>
            <a:r>
              <a:t>Founder &amp; CEO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01168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C9A227"/>
                </a:solidFill>
                <a:latin typeface="Arial"/>
              </a:defRPr>
            </a:pPr>
            <a:r>
              <a:t>FOUNDER-MARKET FIT</a:t>
            </a:r>
          </a:p>
          <a:p>
            <a:pPr>
              <a:spcAft>
                <a:spcPts val="400"/>
              </a:spcAft>
              <a:defRPr sz="1200">
                <a:solidFill>
                  <a:srgbClr val="F5F5F5"/>
                </a:solidFill>
                <a:latin typeface="Arial"/>
              </a:defRPr>
            </a:pPr>
            <a:r>
              <a:t>• 6.4 years as a rideshare driver</a:t>
            </a:r>
          </a:p>
          <a:p>
            <a:pPr>
              <a:spcAft>
                <a:spcPts val="400"/>
              </a:spcAft>
              <a:defRPr sz="1200">
                <a:solidFill>
                  <a:srgbClr val="F5F5F5"/>
                </a:solidFill>
                <a:latin typeface="Arial"/>
              </a:defRPr>
            </a:pPr>
            <a:r>
              <a:t>• 2,300+ rides completed, 5.0★ rating</a:t>
            </a:r>
          </a:p>
          <a:p>
            <a:pPr>
              <a:spcAft>
                <a:spcPts val="1200"/>
              </a:spcAft>
              <a:defRPr sz="1200">
                <a:solidFill>
                  <a:srgbClr val="F5F5F5"/>
                </a:solidFill>
                <a:latin typeface="Arial"/>
              </a:defRPr>
            </a:pPr>
            <a:r>
              <a:t>• Deep understanding of mobile service delivery</a:t>
            </a:r>
          </a:p>
          <a:p>
            <a:pPr>
              <a:spcAft>
                <a:spcPts val="600"/>
              </a:spcAft>
              <a:defRPr sz="1000" b="1">
                <a:solidFill>
                  <a:srgbClr val="C9A227"/>
                </a:solidFill>
                <a:latin typeface="Arial"/>
              </a:defRPr>
            </a:pPr>
            <a:r>
              <a:t>PROFESSIONAL BACKGROUND</a:t>
            </a:r>
          </a:p>
          <a:p>
            <a:pPr>
              <a:spcAft>
                <a:spcPts val="400"/>
              </a:spcAft>
              <a:defRPr sz="1200">
                <a:solidFill>
                  <a:srgbClr val="F5F5F5"/>
                </a:solidFill>
                <a:latin typeface="Arial"/>
              </a:defRPr>
            </a:pPr>
            <a:r>
              <a:t>• Quality Manager - Food manufacturing</a:t>
            </a:r>
          </a:p>
          <a:p>
            <a:pPr>
              <a:spcAft>
                <a:spcPts val="400"/>
              </a:spcAft>
              <a:defRPr sz="1200">
                <a:solidFill>
                  <a:srgbClr val="F5F5F5"/>
                </a:solidFill>
                <a:latin typeface="Arial"/>
              </a:defRPr>
            </a:pPr>
            <a:r>
              <a:t>• BRC &amp; SQF audit experience</a:t>
            </a:r>
          </a:p>
          <a:p>
            <a:pPr>
              <a:spcAft>
                <a:spcPts val="400"/>
              </a:spcAft>
              <a:defRPr sz="1200">
                <a:solidFill>
                  <a:srgbClr val="F5F5F5"/>
                </a:solidFill>
                <a:latin typeface="Arial"/>
              </a:defRPr>
            </a:pPr>
            <a:r>
              <a:t>• Compliance systems &amp; process optimization</a:t>
            </a:r>
          </a:p>
          <a:p>
            <a:pPr>
              <a:spcAft>
                <a:spcPts val="1200"/>
              </a:spcAft>
              <a:defRPr sz="1200">
                <a:solidFill>
                  <a:srgbClr val="F5F5F5"/>
                </a:solidFill>
                <a:latin typeface="Arial"/>
              </a:defRPr>
            </a:pPr>
            <a:r>
              <a:t>• Digital transformation initiatives</a:t>
            </a:r>
          </a:p>
          <a:p>
            <a:pPr>
              <a:spcAft>
                <a:spcPts val="600"/>
              </a:spcAft>
              <a:defRPr sz="1000" b="1">
                <a:solidFill>
                  <a:srgbClr val="C9A227"/>
                </a:solidFill>
                <a:latin typeface="Arial"/>
              </a:defRPr>
            </a:pPr>
            <a:r>
              <a:t>TECHNICAL</a:t>
            </a:r>
          </a:p>
          <a:p>
            <a:pPr>
              <a:spcAft>
                <a:spcPts val="400"/>
              </a:spcAft>
              <a:defRPr sz="1200">
                <a:solidFill>
                  <a:srgbClr val="F5F5F5"/>
                </a:solidFill>
                <a:latin typeface="Arial"/>
              </a:defRPr>
            </a:pPr>
            <a:r>
              <a:t>• Self-taught full-stack development</a:t>
            </a:r>
          </a:p>
          <a:p>
            <a:pPr>
              <a:spcAft>
                <a:spcPts val="400"/>
              </a:spcAft>
              <a:defRPr sz="1200">
                <a:solidFill>
                  <a:srgbClr val="F5F5F5"/>
                </a:solidFill>
                <a:latin typeface="Arial"/>
              </a:defRPr>
            </a:pPr>
            <a:r>
              <a:t>• Built entire MCC platform solo</a:t>
            </a:r>
          </a:p>
          <a:p>
            <a:pPr>
              <a:defRPr sz="1200">
                <a:solidFill>
                  <a:srgbClr val="F5F5F5"/>
                </a:solidFill>
                <a:latin typeface="Arial"/>
              </a:defRPr>
            </a:pPr>
            <a:r>
              <a:t>• React, Supabase, Capacitor, iOS deployment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A227"/>
                </a:solidFill>
              </a:defRPr>
            </a:pPr>
            <a:r>
              <a:t>Growth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Phase 1: Launch core marketplace features ✓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Phase 2: Walk-In POS for brick-and-mortar integration ✓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Phase 3: AI diagnostic and cost estimation tools ✓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Phase 4: Fleet management and enterprise features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Phase 5: Parts marketplace integration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Phase 6: Insurance and financing partnerships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Phase 7: International expansion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C9A227"/>
                </a:solidFill>
              </a:defRPr>
            </a:pPr>
            <a:r>
              <a:t>Thank You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Let's revolutionize automotive service together</a:t>
            </a:r>
            <a:br/>
            <a:br/>
            <a:r>
              <a:t>mycarconcierge.co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747</Words>
  <Application>Microsoft Office PowerPoint</Application>
  <PresentationFormat>On-screen Show (4:3)</PresentationFormat>
  <Paragraphs>124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Jordan Zanetis</cp:lastModifiedBy>
  <cp:revision>2</cp:revision>
  <dcterms:created xsi:type="dcterms:W3CDTF">2013-01-27T09:14:16Z</dcterms:created>
  <dcterms:modified xsi:type="dcterms:W3CDTF">2025-12-25T14:29:51Z</dcterms:modified>
  <cp:category/>
</cp:coreProperties>
</file>