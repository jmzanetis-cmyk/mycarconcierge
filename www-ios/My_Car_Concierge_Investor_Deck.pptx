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9A227"/>
                </a:solidFill>
              </a:defRPr>
            </a:pPr>
            <a:r>
              <a:t>My Car Concierge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The Premium Automotive Service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Finding reliable automotive service providers is frustrating and time-consuming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No transparency in pricing - customers often feel overcharged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Payment disputes between customers and service providers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Service providers struggle to find quality customers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No centralized platform for premium automotive services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Vehicle owners lack tools to communicate their needs effectively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Premium marketplace connecting vehicle owners with vetted service providers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Competitive bidding system ensures fair pricing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Escrow payment protection for both parties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AI-powered vehicle diagnostic assistant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Comprehensive service categories from maintenance to custom work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Walk-in POS system for brick-and-mortar shops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Multi-platform: Web, iOS, Android, Desktop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$300B+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US Auto Service</a:t>
            </a:r>
            <a:br/>
            <a:r>
              <a:t>Market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Industry-Low</a:t>
            </a:r>
            <a:br/>
            <a:r>
              <a:t>Platform Fee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19+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Service</a:t>
            </a:r>
            <a:br/>
            <a:r>
              <a:t>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For Vehicle Owners (Members)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Virtual garage to manage all vehicles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Post service requests and receive competitive bids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AI Vehicle Assistant for issue diagnosis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Cost estimates before visiting a shop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Photo/video/audio upload for better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Real-time GPS tracking during vehicle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Escrow payment protection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Rating and review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Maintenance reminders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Service history tracking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Multi-language support (6 languages)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Household sharing for family vehicles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For Service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Keep 92.5% of every job (industry-low 7.5% fee)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Guaranteed payment through escrow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Access to quality, vetted customers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Walk-In POS system for shop customers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Team management with background checks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Driver certification for vehicle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Real-time job updates and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Performance scoring and badges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Referral program for earning commissions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Fleet account access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Bid credit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Mobile-friendly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Comprehensive Service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Maintenance &amp; Repair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Detailing &amp; Cleaning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Cosmetic &amp; Body Work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Performance Upgrades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Window Tinting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Wraps &amp; Graphics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Wheels &amp; Tires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Interior Customization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EV &amp; Hybrid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Classic &amp; Vintage Cars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Premium Protection (PPF, Ceramic)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Motorcycle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RV &amp; Camper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Boat &amp; Marine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Fleet &amp; Commercial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Destination Services (transport)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AI-Powered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Vehicle Diagnostic Assistant - Describe issues in plain language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Custom Work Helper - Articulate cosmetic and modification requests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Photo, video, and audio clip analysis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Realistic cost estimates for parts and labor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Severity assessment with safety warnings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One-click service request creation from AI assessment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 chatbot for platform guidance and automotive advice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Smart service recommendations based on vehicle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Progressive Web App (PWA) - Install on any device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Native iOS and Android apps via Capacitor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Desktop apps for Windows, Mac, Linux via Electron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Supabase backend (PostgreSQL, Auth, Storage)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Stripe integration for secure payments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messaging and notifications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Background check integration (Checkr)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SMS verification (Twilio)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OpenAI integration for AI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Revenue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7.5%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Transaction Fee</a:t>
            </a:r>
            <a:br/>
            <a:r>
              <a:t>on Completed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$19-99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Bid Credit</a:t>
            </a:r>
            <a:br/>
            <a:r>
              <a:t>Packages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Referral</a:t>
            </a:r>
            <a:br/>
            <a:r>
              <a:t>Commission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Quality &amp; Trust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Provider verification and vetting process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Background check integration (Checkr)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Driver certification for vehicle transport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Escrow payment protection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Rating and review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CAR (Corrective Action Response)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Automatic provider suspension below 3-star rating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Pre/post service evidence capture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Liability checklists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Dispute resolution process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Terms of Service acceptance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Multi-point inspection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Founding Partner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Early adopters get Founding Member/Provider status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Exclusive badges and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Revenue sharing through referral program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Stripe Connect integration for automated payouts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50% commission on referred provider bid purchases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Priority support and feature access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Founding Partners (both roles) get special designation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Growth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1: Launch core marketplace features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2: Walk-In POS for brick-and-mortar integration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3: AI diagnostic and cost estimation tools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4: Fleet management and enterprise features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5: Parts marketplace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6: Insurance and financing partnerships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7: International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9A227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Let's revolutionize automotive service together</a:t>
            </a:r>
            <a:br/>
            <a:br/>
            <a:r>
              <a:t>mycarconcierge.co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